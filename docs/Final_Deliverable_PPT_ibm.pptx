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StudyPulse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CDD8EA"/>
                </a:solidFill>
                <a:latin typeface="Calibri"/>
              </a:rPr>
              <a:t>Student Academic Risk Early-Warning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IBM SkillsBuild Applied AI/ML Virtual Internship  |  SDG 4: Quality Education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Neknarayan  |  UIT-RGPV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Struggling students are usually noticed only after exam results - too late to help.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Teachers cannot manually track attendance, assignments and study habits for every student.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Result: preventable failures and dropouts, working against SDG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Estimate each student's probability of failing from routine academic indicators.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Group students into High / Medium / Low risk and rank them for teachers.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Explain WHY each student is flagged and suggest a support action.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What-if predictor to test the effect of better attendance or study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9 features: study hours, attendance, previous grade, absences, past failures, assignments, sleep, parental support, internet access.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Target: at-risk (will fail) yes / no.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Prototype uses a synthetic dataset of 600 students - no real student data.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Pipeline accepts any real dataset with the same columns.</a:t>
            </a:r>
          </a:p>
        </p:txBody>
      </p:sp>
      <p:pic>
        <p:nvPicPr>
          <p:cNvPr id="5" name="Picture 4" descr="02_dataset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31156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Python, Pandas, NumPy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scikit-learn: Logistic Regression, Random Forest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Matplotlib for charts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Flask + HTML/CSS for the web app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GitHub for 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Stratified 80/20 split: 480 train / 120 test.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Standardise features; train Logistic Regression and Random Forest.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Evaluate: accuracy, precision, recall, F1, ROC-AUC, 5-fold CV.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Deploy Logistic Regression - explainable and higher recall.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Explain: coefficient x standardised value per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Exploratory Analysis</a:t>
            </a:r>
          </a:p>
        </p:txBody>
      </p:sp>
      <p:pic>
        <p:nvPicPr>
          <p:cNvPr id="4" name="Picture 3" descr="03_eda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707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Model Evaluation (synthetic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Logistic Regression: F1 0.65, recall 0.74, AUC 0.80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Random Forest: F1 0.65, recall 0.60, AUC 0.82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5-fold CV F1 (LR): 0.63 +/- 0.02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Demonstrates the pipeline; not real-student results.</a:t>
            </a:r>
          </a:p>
        </p:txBody>
      </p:sp>
      <p:pic>
        <p:nvPicPr>
          <p:cNvPr id="5" name="Picture 4" descr="04_mode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636931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Explainable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Each student page shows the top factors raising their risk.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Each factor maps to a suggested support action.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Teachers review - the system never decides alone.</a:t>
            </a:r>
          </a:p>
        </p:txBody>
      </p:sp>
      <p:pic>
        <p:nvPicPr>
          <p:cNvPr id="5" name="Picture 4" descr="05_student_risk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Earlier identification of students who need help.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Teacher time focused where it matters most.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Transparent reasons build trust in the tool.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Supports SDG 4 by aiming to reduce preventable failures.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Ethics,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Ethics: decision support only; anonymised data; check fairness across groups.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Limitation: synthetic data - real accuracy unknown until validated.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Next: real anonymised data, weekly trends, bias audit, alerts, cloud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StudyPulse turns routine academic data into an early, explainable warning.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Built end to end: data, model, explanation and web app.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•  Ready for validation on real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